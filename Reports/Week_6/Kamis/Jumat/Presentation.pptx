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— Exploratory Data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4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Data Penjualan Rumah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Simulasi Industri Junior Data Analyst  |  Topik 4: EDA  |  Minggu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Gambaran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F9E"/>
                </a:solidFill>
              </a:rPr>
              <a:t>1.010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Total Listing Rumah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F9E"/>
                </a:solidFill>
              </a:rPr>
              <a:t>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3756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Kolom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F9E"/>
                </a:solidFill>
              </a:rPr>
              <a:t>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2648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Missing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3716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F9E"/>
                </a:solidFill>
              </a:rPr>
              <a:t>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91540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Variabel Numerik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</a:rPr>
              <a:t>Kolom pada dataset: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NAMA RUMAH — judul listing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HARGA — harga jual rumah (Rp)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LB — luas bangunan (m²)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LT — luas tanah (m²)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KT — jumlah kamar tidur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KM — jumlah kamar mandi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GRS — kapasitas garasi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Statistik Deskriptif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463040"/>
                <a:gridCol w="1417320"/>
                <a:gridCol w="1417320"/>
              </a:tblGrid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HARGA (Rp)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7,63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5,00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3,50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7,34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430 jt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65,00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LB (m²)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276,5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216,5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177,9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1.126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LT (m²)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237,4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165,0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180,0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1.400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KT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4,7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1,6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KM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3,6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1,4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GRS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1,9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1,5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434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Harga &amp; luas properti menceng ke kanan (mean &gt; median) — sebagian kecil rumah bernilai sangat tinggi menarik rata-rata ke atas.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Visualisasi: Distribusi Harga Rumah</a:t>
            </a:r>
            <a:endParaRPr lang="en-US" sz="2400" dirty="0"/>
          </a:p>
        </p:txBody>
      </p:sp>
      <p:pic>
        <p:nvPicPr>
          <p:cNvPr id="3" name="Image 0" descr="imgs/1_hist_har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0515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Visualisasi: Kamar Tidur &amp; Kapasitas Garasi</a:t>
            </a:r>
            <a:endParaRPr lang="en-US" sz="2400" dirty="0"/>
          </a:p>
        </p:txBody>
      </p:sp>
      <p:pic>
        <p:nvPicPr>
          <p:cNvPr id="3" name="Image 0" descr="imgs/3_bar_k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577840" cy="4389120"/>
          </a:xfrm>
          <a:prstGeom prst="rect">
            <a:avLst/>
          </a:prstGeom>
        </p:spPr>
      </p:pic>
      <p:pic>
        <p:nvPicPr>
          <p:cNvPr id="4" name="Image 1" descr="imgs/4_pie_g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4300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Visualisasi: Correlation Heatmap</a:t>
            </a:r>
            <a:endParaRPr lang="en-US" sz="2400" dirty="0"/>
          </a:p>
        </p:txBody>
      </p:sp>
      <p:pic>
        <p:nvPicPr>
          <p:cNvPr id="3" name="Image 0" descr="imgs/7_heatmap_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60120"/>
            <a:ext cx="5943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Insight Awal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4416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9E"/>
                </a:solidFill>
              </a:rPr>
              <a:t>Luas properti dominan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6479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LT (r=0,81) &amp; LB (r=0,75) adalah pendorong utama harga rumah — jauh lebih kuat dari faktor lain.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72200" y="1234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34416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9E"/>
                </a:solidFill>
              </a:rPr>
              <a:t>Distribusi harga menceng kanan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76479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Median (Rp5 M) lebih representatif dari mean (Rp7,63 M) sebagai acuan harga pasar.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4436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9E"/>
                </a:solidFill>
              </a:rPr>
              <a:t>Segmen keluarga mendominasi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Rumah 4-5 kamar tidur paling banyak dijual, mencerminkan target pasar keluarga menengah-besar.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834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94436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9E"/>
                </a:solidFill>
              </a:rPr>
              <a:t>Garasi 2 mobil = standar pasar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36499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35,6% listing punya garasi 2 mobil; 13% tanpa garasi sama sekali.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4456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9E"/>
                </a:solidFill>
              </a:rPr>
              <a:t>±9,3% outlier harga tinggi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96519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Sekitar 94 rumah tergolong outlier (metode IQR) — segmen rumah super-mewah terpisah.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Potensi Analisis Lanjutan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222222"/>
                </a:solidFill>
              </a:rPr>
              <a:t>Analisis bivariate mendalam (LT/LB vs HARGA per segmen kamar tidur)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222222"/>
                </a:solidFill>
              </a:rPr>
              <a:t>Segmentasi berdasarkan wilayah/lokasi listing untuk analisis geografis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222222"/>
                </a:solidFill>
              </a:rPr>
              <a:t>Deteksi &amp; penanganan outlier harga sebelum pemodelan (capping / transformasi log)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222222"/>
                </a:solidFill>
              </a:rPr>
              <a:t>Uji multikolinearitas (VIF) antara KT dan KM sebelum regresi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222222"/>
                </a:solidFill>
              </a:rPr>
              <a:t>Membangun model prediksi harga (regresi linear/berganda) menggunakan LT &amp; LB sebagai fitur utama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500" dirty="0">
                <a:solidFill>
                  <a:srgbClr val="222222"/>
                </a:solidFill>
              </a:rPr>
              <a:t>Dashboard interaktif untuk eksplorasi harga per kombinasi fitur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Terima Kasih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4E5"/>
                </a:solidFill>
              </a:rPr>
              <a:t>Diskusi &amp; Pertanyaan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2026-08-07T06:12:47Z</dcterms:created>
  <dcterms:modified xsi:type="dcterms:W3CDTF">2026-08-07T06:12:47Z</dcterms:modified>
</cp:coreProperties>
</file>