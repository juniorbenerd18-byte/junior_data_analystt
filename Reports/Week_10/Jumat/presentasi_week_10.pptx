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Mengatasi Kerugian pada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Sub-Kategori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4E5"/>
                </a:solidFill>
              </a:rPr>
              <a:t>Final Presentation — Data Storytelling | Dataset Sample Superstore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AC2"/>
                </a:solidFill>
              </a:rPr>
              <a:t>Simulasi Industri Junior Data Analyst | Topik 6: Reporting &amp; Data Storytelling | Hari Jumat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2. 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Sub-kategori Tables merugi $17.725 (margin -8,6%) meski penjualannya $206.965 - kerugian terbesar dari 17 sub-kategori produk. Akar masalahnya BUKAN produk yang tidak diminati, melainkan kebijakan diskon berlebihan: order tanpa diskon tetap untung $184, namun diskon di atas 20% membuat order rugi $152-$236.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918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564A"/>
                </a:solidFill>
              </a:rPr>
              <a:t>-$17.725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Kerugian Tables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32004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2918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34B"/>
                </a:solidFill>
              </a:rPr>
              <a:t>26%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9768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Rata-rata Diskon Tables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20040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32918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A37B"/>
                </a:solidFill>
              </a:rPr>
              <a:t>15-20%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46720" y="4069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Plafon Diskon Diusulkan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3. Business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CEEE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</a:rPr>
              <a:t>Sub-kategori Tables mengalami kerugian sebesar $17.725 (margin -8,6%) dari total penjualan $206.965 - kerugian terbesar di antara seluruh sub-kategori produk, dan satu-satunya yang melebihi $10.000.</a:t>
            </a:r>
            <a:endParaRPr lang="en-US" sz="1500" dirty="0"/>
          </a:p>
        </p:txBody>
      </p:sp>
      <p:pic>
        <p:nvPicPr>
          <p:cNvPr id="6" name="Image 0" descr="imgs/1_con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926080"/>
            <a:ext cx="73152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4. Business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QUESTION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</a:rPr>
              <a:t>Mengapa sub-kategori Tables merugi meski penjualannya besar, dan apa yang bisa dilakukan untuk mengembalikannya ke posisi menguntungkan?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Apakah kerugian disebabkan oleh volume penjualan rendah, harga jual rendah, atau faktor lain seperti diskon?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Bagaimana hubungan antara level diskon dan profitabilitas order Tables?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Apakah pola ini konsisten di semua wilayah, atau terkonsentrasi di wilayah tertentu?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Solusi apa yang bisa mengembalikan profitabilitas tanpa mengorbankan volume penjualan drastis?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5. Dataset &amp; 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Dataset: Sample Superstore, 9.994 transaksi bersih, periode 2015-2018, 4 wilayah, 3 kategori, 17 sub-kategori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Metode: Segment Analysis, Contribution Analysis, Drill Down, Comparison Analysis (Scatter Plot)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Tools: Python (pandas, matplotlib) untuk eksplorasi &amp; visualisasi</a:t>
            </a:r>
            <a:endParaRPr lang="en-US" sz="1500" dirty="0"/>
          </a:p>
        </p:txBody>
      </p:sp>
      <p:pic>
        <p:nvPicPr>
          <p:cNvPr id="5" name="Image 0" descr="imgs/2_seg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3383280"/>
            <a:ext cx="713232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6. Key Finding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9E"/>
                </a:solidFill>
              </a:rPr>
              <a:t>Tables adalah satu-satunya sub-kategori dengan kerugian di atas $10.000</a:t>
            </a:r>
            <a:endParaRPr lang="en-US" sz="1700" dirty="0"/>
          </a:p>
        </p:txBody>
      </p:sp>
      <p:pic>
        <p:nvPicPr>
          <p:cNvPr id="5" name="Image 0" descr="imgs/1_con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7. Key Finding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9E"/>
                </a:solidFill>
              </a:rPr>
              <a:t>Diskon di atas 20% konsisten membuat order Tables merugi</a:t>
            </a:r>
            <a:endParaRPr lang="en-US" sz="1700" dirty="0"/>
          </a:p>
        </p:txBody>
      </p:sp>
      <p:pic>
        <p:nvPicPr>
          <p:cNvPr id="5" name="Image 0" descr="imgs/3_discount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8. Key Finding 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F9E"/>
                </a:solidFill>
              </a:rPr>
              <a:t>Order tanpa diskon tetap menguntungkan - produk Tables sendiri tidak bermasalah</a:t>
            </a:r>
            <a:endParaRPr lang="en-US" sz="1700" dirty="0"/>
          </a:p>
        </p:txBody>
      </p:sp>
      <p:pic>
        <p:nvPicPr>
          <p:cNvPr id="5" name="Image 0" descr="imgs/4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103120"/>
            <a:ext cx="71323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9. Root Cause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ROOT CAUSE</a:t>
            </a:r>
            <a:endParaRPr lang="en-US" sz="900" dirty="0"/>
          </a:p>
        </p:txBody>
      </p:sp>
      <p:pic>
        <p:nvPicPr>
          <p:cNvPr id="4" name="Image 0" descr="imgs/5_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371600"/>
            <a:ext cx="64008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</a:rPr>
              <a:t>Tables punya margin -8,6% - TERBURUK dari seluruh 17 sub-kategori. Akar masalahnya adalah kebijakan diskon (rata-rata 26%, jauh di atas kategori lain yang di bawah 15%), bukan minat pasar terhadap produk.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10. Business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Kerugian $17.725 langsung mengurangi total profit perusahaan yang seharusnya $304.122, bukan $286.397.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Jika pola diskon berlebihan ini tidak dikoreksi, kerugian berpotensi berulang setiap periode penjualan.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Reputasi kategori Furniture secara keseluruhan ikut terseret turun akibat kinerja buruk Tables.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11.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RECOMMEND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3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A37B"/>
                </a:solidFill>
              </a:rPr>
              <a:t>1. Batasi Diskon Maksimum Tables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Plafon 15-20%, mengacu titik impas dari data historis.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3E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272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A37B"/>
                </a:solidFill>
              </a:rPr>
              <a:t>2. Tinjau Ulang Harga Dasar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8444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Evaluasi apakah harga dasar Tables kompetitif tanpa perlu diskon besar.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3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A37B"/>
                </a:solidFill>
              </a:rPr>
              <a:t>3. Insentif Non-Diskon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Tawarkan bundling/garansi tambahan sebagai pengganti diskon besar.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57"/>
                </a:solidFill>
              </a:rPr>
              <a:t>12. Expected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607040" y="457200"/>
            <a:ext cx="1371600" cy="320040"/>
          </a:xfrm>
          <a:prstGeom prst="rect">
            <a:avLst/>
          </a:prstGeom>
          <a:solidFill>
            <a:srgbClr val="2E6F9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IMPACT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F9E"/>
                </a:solidFill>
              </a:rPr>
              <a:t>$17.725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Potensi Kerugian yang Bisa Dipulihkan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F9E"/>
                </a:solidFill>
              </a:rPr>
              <a:t>15-20%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3484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Target Plafon Diskon Baru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F9E"/>
                </a:solidFill>
              </a:rPr>
              <a:t>1 Kuartal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8388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Estimasi Waktu Evaluasi Awal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22222"/>
                </a:solidFill>
              </a:rPr>
              <a:t>Membatasi diskon ke level yang tepat berpotensi mengembalikan sebagian besar kerugian Tables tanpa menghentikan penjualannya sama sekali.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4EE"/>
                </a:solidFill>
              </a:rPr>
              <a:t>Kerugian Tables bukan soal produk yang gagal di pasaran, melainkan kebijakan diskon yang tidak terkontrol. Data menunjukkan hubungan sebab-akibat yang jelas antara diskon dan profitabilitas - dengan membatasi diskon ke level yang tepat, bisnis berpotensi memulihkan sebagian besar dari kerugian $17.725 tanpa kehilangan pelanggan.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4E5"/>
                </a:solidFill>
              </a:rPr>
              <a:t>Terima Kasih — Diskusi &amp; Pertanyaan (5 menit)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C2"/>
                </a:solidFill>
              </a:rPr>
              <a:t>Final Presentation | Simulasi Industri Junior Data Analyst | Topik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2026-09-04T05:51:34Z</dcterms:created>
  <dcterms:modified xsi:type="dcterms:W3CDTF">2026-09-04T05:51:34Z</dcterms:modified>
</cp:coreProperties>
</file>